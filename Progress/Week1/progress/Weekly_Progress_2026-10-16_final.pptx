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Jaeeun’s Oct 12 Slack request: confirm custom model loads; add one tactile sensor per hand on the top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result was achieved during the same reporting week, before Jaeeun provided the custom model. Source: Oct 11 Slack update and sensor_sim.png.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custom model was supplied by Jaeeun after the initial ALOHA / SDK progress update. Loading is confirmed; gripper tactile installation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foot grid was built to test the tactile pipeline while the hand mounting surface remains unresolved. Points update on each physics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screenshot frame shows L 1.860 kPa and R 1.997 kPa maxima. Earlier static normal force comparison was about 14.4 N left and 17.9 N right. These are model estimates, not physical-sensor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present a committed next-week plan. Ask Jaeeun for mounting guidance or geometry/coordinates, and decide next steps in the meeting. The setup script is available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C1EF70E-17F5-4EAD-A441-CF435E56C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76F31F-91A9-497E-BD72-51A9E4DDD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3847BF6-3F54-46CB-BB2D-CF43175C3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56DCA52-1011-488A-9840-0AEB2C62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25475E1-39DA-40BD-A492-2898543E4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9BE4F39-A21D-4884-A9DA-E4018845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E32783F-3937-4BCA-82E8-E087AC40E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E1306A0-C2DD-4807-AA72-9784FF19B7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513F4E0-D46D-4263-BA6D-9152E552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18AAB36-8FB0-4509-B839-3E8DB95FA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62B06C-435D-41E7-9524-F7F9F2855EA5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Weekly Progress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561DC-DF0E-42BF-BD18-8AFD51C6F60A}"/>
              </a:ext>
            </a:extLst>
          </p:cNvPr>
          <p:cNvSpPr>
            <a:spLocks noGrp="1"/>
          </p:cNvSpPr>
          <p:nvPr/>
        </p:nvSpPr>
        <p:spPr>
          <a:xfrm>
            <a:off x="952500" y="335280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October 1</a:t>
            </a:r>
            <a:r>
              <a:rPr lang="en-US"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D22751-2EC7-44BC-9538-6D6618D767DF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Yuchao Shen</a:t>
            </a:r>
          </a:p>
        </p:txBody>
      </p:sp>
    </p:spTree>
    <p:extLst>
      <p:ext uri="{BB962C8B-B14F-4D97-AF65-F5344CB8AC3E}">
        <p14:creationId xmlns:p14="http://schemas.microsoft.com/office/powerpoint/2010/main" val="477106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E83997-83E3-4432-A203-02D6B8A8FA2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Assignment from last meeting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E407DC-66AD-4843-9632-50D9A86648E1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047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Confirm that the custom robot model loads in Isaac Sim.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5B057D-BACA-4E2E-9D48-6F741755A61A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1047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Add one tactile sensor to the top finger of each hand.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AA757F-2F18-4B8F-BF74-6EE29E27D4A0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1038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week: setup, model loading, and an intermediate tactile prototype.</a:t>
            </a:r>
          </a:p>
        </p:txBody>
      </p:sp>
    </p:spTree>
    <p:extLst>
      <p:ext uri="{BB962C8B-B14F-4D97-AF65-F5344CB8AC3E}">
        <p14:creationId xmlns:p14="http://schemas.microsoft.com/office/powerpoint/2010/main" val="154256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2B8780-D69B-43B3-9BD3-FD4C8E1CC13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week: Isaac Sim + FlexiTac baseline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406EE5-60FE-4810-A9AB-2EBD5533A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385795"/>
            <a:ext cx="7239000" cy="46102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E33FC2-B147-46CA-9630-57A0EA1D17B3}"/>
              </a:ext>
            </a:extLst>
          </p:cNvPr>
          <p:cNvSpPr>
            <a:spLocks noGrp="1"/>
          </p:cNvSpPr>
          <p:nvPr/>
        </p:nvSpPr>
        <p:spPr>
          <a:xfrm>
            <a:off x="523875" y="616267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Image: initial view before trajectory replay.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B0E8A-37D9-45FF-A7DF-BBE07AC029F7}"/>
              </a:ext>
            </a:extLst>
          </p:cNvPr>
          <p:cNvSpPr>
            <a:spLocks noGrp="1"/>
          </p:cNvSpPr>
          <p:nvPr/>
        </p:nvSpPr>
        <p:spPr>
          <a:xfrm>
            <a:off x="7953375" y="1590675"/>
            <a:ext cx="34766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Isaac Sim 5.1 and FlexiTac running locally on Windows / RTX 4070.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A4D5B-B5AF-4B5F-BAEF-1CBE0F5C025C}"/>
              </a:ext>
            </a:extLst>
          </p:cNvPr>
          <p:cNvSpPr>
            <a:spLocks noGrp="1"/>
          </p:cNvSpPr>
          <p:nvPr/>
        </p:nvSpPr>
        <p:spPr>
          <a:xfrm>
            <a:off x="7953375" y="3181350"/>
            <a:ext cx="3476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ALOHA simulation runs with four tactile sensors.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DEA9A-B219-4746-B819-5883FE125B9E}"/>
              </a:ext>
            </a:extLst>
          </p:cNvPr>
          <p:cNvSpPr>
            <a:spLocks noGrp="1"/>
          </p:cNvSpPr>
          <p:nvPr/>
        </p:nvSpPr>
        <p:spPr>
          <a:xfrm>
            <a:off x="7953375" y="4524375"/>
            <a:ext cx="3476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Trajectory replay produced non-zero tactile heatmap readings.</a:t>
            </a:r>
          </a:p>
        </p:txBody>
      </p:sp>
    </p:spTree>
    <p:extLst>
      <p:ext uri="{BB962C8B-B14F-4D97-AF65-F5344CB8AC3E}">
        <p14:creationId xmlns:p14="http://schemas.microsoft.com/office/powerpoint/2010/main" val="103796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0C2C3A-388C-4477-A3BD-DF24D2ECBEC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week: custom robot model loaded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22A7E6-2CAA-43AA-82C8-98C42299C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272322"/>
            <a:ext cx="7429500" cy="47324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F938BB-FBD5-490E-93C7-95398BE09069}"/>
              </a:ext>
            </a:extLst>
          </p:cNvPr>
          <p:cNvSpPr>
            <a:spLocks noGrp="1"/>
          </p:cNvSpPr>
          <p:nvPr/>
        </p:nvSpPr>
        <p:spPr>
          <a:xfrm>
            <a:off x="8210550" y="1847850"/>
            <a:ext cx="320040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Confirmed Jaeeun’s custom robot model loads and renders in Isaac Sim 5.1.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61838-D759-4319-B7E0-518D4172FAB1}"/>
              </a:ext>
            </a:extLst>
          </p:cNvPr>
          <p:cNvSpPr>
            <a:spLocks noGrp="1"/>
          </p:cNvSpPr>
          <p:nvPr/>
        </p:nvSpPr>
        <p:spPr>
          <a:xfrm>
            <a:off x="8210550" y="3990975"/>
            <a:ext cx="32004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943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907076-AAB6-4F92-BD55-C8BAF4D72D1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week: two-foot tactile prototype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2DADC5-2A44-4192-9B82-903E490A7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618703"/>
            <a:ext cx="5219700" cy="3315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A585C2-1F4C-4081-ADCB-20652D57F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48425" y="1612554"/>
            <a:ext cx="5219700" cy="33280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8CCBC8-8B12-4DFF-AD1B-385FC78697D8}"/>
              </a:ext>
            </a:extLst>
          </p:cNvPr>
          <p:cNvSpPr>
            <a:spLocks noGrp="1"/>
          </p:cNvSpPr>
          <p:nvPr/>
        </p:nvSpPr>
        <p:spPr>
          <a:xfrm>
            <a:off x="638175" y="522922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 × 32 sample points per foot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F9911-6345-4F2F-AA7F-E005A2C6FFF5}"/>
              </a:ext>
            </a:extLst>
          </p:cNvPr>
          <p:cNvSpPr>
            <a:spLocks noGrp="1"/>
          </p:cNvSpPr>
          <p:nvPr/>
        </p:nvSpPr>
        <p:spPr>
          <a:xfrm>
            <a:off x="6600825" y="522922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Contact-state visualization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0C988E-EF9A-48BC-975C-7CA4917E3479}"/>
              </a:ext>
            </a:extLst>
          </p:cNvPr>
          <p:cNvSpPr>
            <a:spLocks noGrp="1"/>
          </p:cNvSpPr>
          <p:nvPr/>
        </p:nvSpPr>
        <p:spPr>
          <a:xfrm>
            <a:off x="857250" y="59912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Intermediate validation only — </a:t>
            </a:r>
            <a:r>
              <a:rPr lang="zh-CN" altLang="zh-CN" sz="1875" dirty="0">
                <a:solidFill>
                  <a:srgbClr val="000000"/>
                </a:solidFill>
                <a:latin typeface="Arial"/>
              </a:rPr>
              <a:t>not the requested tactile sensor placement on the grippers</a:t>
            </a: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50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B4FAA6-49E0-4AC2-90A5-E1123CE62B0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week: live tactile heatmap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4BA151-D685-4CA6-871F-01CBD3898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5302" y="1228725"/>
            <a:ext cx="7404772" cy="47148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0F854E-D2BF-402B-8921-12D6EE60435D}"/>
              </a:ext>
            </a:extLst>
          </p:cNvPr>
          <p:cNvSpPr>
            <a:spLocks noGrp="1"/>
          </p:cNvSpPr>
          <p:nvPr/>
        </p:nvSpPr>
        <p:spPr>
          <a:xfrm>
            <a:off x="8382000" y="1581150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Both sensors refresh during simulation physics steps.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6A1146-E0E4-4828-A92E-487EA1022A5D}"/>
              </a:ext>
            </a:extLst>
          </p:cNvPr>
          <p:cNvSpPr>
            <a:spLocks noGrp="1"/>
          </p:cNvSpPr>
          <p:nvPr/>
        </p:nvSpPr>
        <p:spPr>
          <a:xfrm>
            <a:off x="8382000" y="3019425"/>
            <a:ext cx="314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Estimated pressure is non-zero under contact.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448EC7-9756-4B54-B514-9447B1F41358}"/>
              </a:ext>
            </a:extLst>
          </p:cNvPr>
          <p:cNvSpPr>
            <a:spLocks noGrp="1"/>
          </p:cNvSpPr>
          <p:nvPr/>
        </p:nvSpPr>
        <p:spPr>
          <a:xfrm>
            <a:off x="8382000" y="4267200"/>
            <a:ext cx="3143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Static total force was calibrated against PhysX; spatial pressure is preliminary.</a:t>
            </a:r>
          </a:p>
        </p:txBody>
      </p:sp>
    </p:spTree>
    <p:extLst>
      <p:ext uri="{BB962C8B-B14F-4D97-AF65-F5344CB8AC3E}">
        <p14:creationId xmlns:p14="http://schemas.microsoft.com/office/powerpoint/2010/main" val="165606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06C849-0DC0-4A95-8166-A3C6D2C0EF2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issue for discussion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E5C88D-1924-4E7A-96A1-BE8BF4BD8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1400785"/>
            <a:ext cx="7239000" cy="46088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1E0A20-5208-425B-A6C4-001C1AFA310E}"/>
              </a:ext>
            </a:extLst>
          </p:cNvPr>
          <p:cNvSpPr>
            <a:spLocks noGrp="1"/>
          </p:cNvSpPr>
          <p:nvPr/>
        </p:nvSpPr>
        <p:spPr>
          <a:xfrm>
            <a:off x="7905750" y="1495425"/>
            <a:ext cx="3543300" cy="1781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Each hand appears as one selectable mesh; the top finger is not a separate prim.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DA488A-1749-4322-A088-7BB70E45378C}"/>
              </a:ext>
            </a:extLst>
          </p:cNvPr>
          <p:cNvSpPr>
            <a:spLocks noGrp="1"/>
          </p:cNvSpPr>
          <p:nvPr/>
        </p:nvSpPr>
        <p:spPr>
          <a:xfrm>
            <a:off x="7905750" y="3467100"/>
            <a:ext cx="3543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Requested gripper sensors are not installed yet.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3A166A-7005-4861-B9D4-C65C1D856245}"/>
              </a:ext>
            </a:extLst>
          </p:cNvPr>
          <p:cNvSpPr>
            <a:spLocks noGrp="1"/>
          </p:cNvSpPr>
          <p:nvPr/>
        </p:nvSpPr>
        <p:spPr>
          <a:xfrm>
            <a:off x="7905750" y="4686300"/>
            <a:ext cx="3543300" cy="1247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Discuss how to identify and mount sensors on the upper-finger surfaces.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C3214-1154-4187-8EE6-9F15DA2C663C}"/>
              </a:ext>
            </a:extLst>
          </p:cNvPr>
          <p:cNvSpPr>
            <a:spLocks noGrp="1"/>
          </p:cNvSpPr>
          <p:nvPr/>
        </p:nvSpPr>
        <p:spPr>
          <a:xfrm>
            <a:off x="685800" y="6200775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 will bring the setup Python file to the meeting.</a:t>
            </a:r>
          </a:p>
        </p:txBody>
      </p:sp>
    </p:spTree>
    <p:extLst>
      <p:ext uri="{BB962C8B-B14F-4D97-AF65-F5344CB8AC3E}">
        <p14:creationId xmlns:p14="http://schemas.microsoft.com/office/powerpoint/2010/main" val="331638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DocSecurity>0</DocSecurity>
  <PresentationFormat>Widescreen</PresentationFormat>
  <Paragraphs>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Yuchao Shen</cp:lastModifiedBy>
  <cp:revision>2</cp:revision>
  <dcterms:created xsi:type="dcterms:W3CDTF">2026-10-15T04:56:37Z</dcterms:created>
  <dcterms:modified xsi:type="dcterms:W3CDTF">2026-10-15T05:05:29Z</dcterms:modified>
</cp:coreProperties>
</file>