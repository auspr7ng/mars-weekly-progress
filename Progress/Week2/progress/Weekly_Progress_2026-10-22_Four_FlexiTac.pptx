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f33bd86fc134eac" /><Relationship Type="http://schemas.openxmlformats.org/officeDocument/2006/relationships/extended-properties" Target="/docProps/app.xml" Id="R4b5604f5f47f46e5" /><Relationship Type="http://schemas.openxmlformats.org/officeDocument/2006/relationships/officeDocument" Target="/ppt/presentation.xml" Id="R8ea425bd69c443a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6378eb3f57e4adf"/>
  </p:sldMasterIdLst>
  <p:notesMasterIdLst>
    <p:notesMasterId xmlns:r="http://schemas.openxmlformats.org/officeDocument/2006/relationships" r:id="R42fb80925c344ff9"/>
  </p:notesMasterIdLst>
  <p:sldIdLst>
    <p:sldId xmlns:r="http://schemas.openxmlformats.org/officeDocument/2006/relationships" id="256" r:id="R67cee8c128e34643"/>
    <p:sldId xmlns:r="http://schemas.openxmlformats.org/officeDocument/2006/relationships" id="257" r:id="Rb0564d8fa3c8426f"/>
    <p:sldId xmlns:r="http://schemas.openxmlformats.org/officeDocument/2006/relationships" id="258" r:id="Rdf4f767e089d4d46"/>
    <p:sldId xmlns:r="http://schemas.openxmlformats.org/officeDocument/2006/relationships" id="259" r:id="R0d4fa64030a5458f"/>
    <p:sldId xmlns:r="http://schemas.openxmlformats.org/officeDocument/2006/relationships" id="260" r:id="R424de0ba25fe422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cc0589156b94150" /><Relationship Type="http://schemas.openxmlformats.org/officeDocument/2006/relationships/slideMaster" Target="/ppt/slideMasters/slideMaster1.xml" Id="R46378eb3f57e4adf" /><Relationship Type="http://schemas.openxmlformats.org/officeDocument/2006/relationships/notesMaster" Target="/ppt/notesMasters/notesMaster1.xml" Id="R42fb80925c344ff9" /><Relationship Type="http://schemas.openxmlformats.org/officeDocument/2006/relationships/presProps" Target="/ppt/presProps.xml" Id="Rcc126aa407ef4f67" /><Relationship Type="http://schemas.openxmlformats.org/officeDocument/2006/relationships/tableStyles" Target="/ppt/tableStyles.xml" Id="R6b0465d5783a4411" /><Relationship Type="http://schemas.openxmlformats.org/officeDocument/2006/relationships/slide" Target="/ppt/slides/slide1.xml" Id="R67cee8c128e34643" /><Relationship Type="http://schemas.openxmlformats.org/officeDocument/2006/relationships/slide" Target="/ppt/slides/slide2.xml" Id="Rb0564d8fa3c8426f" /><Relationship Type="http://schemas.openxmlformats.org/officeDocument/2006/relationships/slide" Target="/ppt/slides/slide3.xml" Id="Rdf4f767e089d4d46" /><Relationship Type="http://schemas.openxmlformats.org/officeDocument/2006/relationships/slide" Target="/ppt/slides/slide4.xml" Id="R0d4fa64030a5458f" /><Relationship Type="http://schemas.openxmlformats.org/officeDocument/2006/relationships/slide" Target="/ppt/slides/slide5.xml" Id="R424de0ba25fe422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48a46b9547437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9872b1cacb14e78" /><Relationship Type="http://schemas.openxmlformats.org/officeDocument/2006/relationships/notesMaster" Target="/ppt/notesMasters/notesMaster1.xml" Id="R7f7c3d65e90847f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09964c83b2740e8" /><Relationship Type="http://schemas.openxmlformats.org/officeDocument/2006/relationships/notesMaster" Target="/ppt/notesMasters/notesMaster1.xml" Id="Rd1f858294f0f4cb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d0f0b3461ea4768" /><Relationship Type="http://schemas.openxmlformats.org/officeDocument/2006/relationships/notesMaster" Target="/ppt/notesMasters/notesMaster1.xml" Id="R541f416dbfc0433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f9bf2a0d50c466e" /><Relationship Type="http://schemas.openxmlformats.org/officeDocument/2006/relationships/notesMaster" Target="/ppt/notesMasters/notesMaster1.xml" Id="R5b6386c732c345b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ef1bbdb3d884380" /><Relationship Type="http://schemas.openxmlformats.org/officeDocument/2006/relationships/notesMaster" Target="/ppt/notesMasters/notesMaster1.xml" Id="R41ea63f0a598476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1a025fdd4a4c7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2ac2a8916c446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9abbb333384c4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07f0e647cd4dc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ee1899811e49a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53bd37b8f6467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672F596-4EB4-42C7-A0D5-5A408A64D5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1EA22B5-C70C-41D2-8D39-9507E6CAF7D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C543030-34AB-43EB-B018-0C64077B8E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F9AD65E-3F02-460E-BE47-36A75D9495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C7D830E-F774-415A-8F4C-670EEE3705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B2AD7A8-7045-4F38-825D-F1677C31EE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8E1F73A-5456-46F2-9AF2-45818B159C5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B8ED88B-E355-4D27-822F-1FC5E76539F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92A4731-E533-4047-B188-6FE0135DDB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58CA5CF-656C-4F9B-BD91-CD238DCD493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ceea85e548440c8" /><Relationship Type="http://schemas.openxmlformats.org/officeDocument/2006/relationships/slideLayout" Target="/ppt/slideLayouts/slideLayout1.xml" Id="Rece9c9b6ea8f4ec9" /><Relationship Type="http://schemas.openxmlformats.org/officeDocument/2006/relationships/slideLayout" Target="/ppt/slideLayouts/slideLayout2.xml" Id="R979eb11dec634baa" /><Relationship Type="http://schemas.openxmlformats.org/officeDocument/2006/relationships/slideLayout" Target="/ppt/slideLayouts/slideLayout3.xml" Id="Ra1621463aa084f5d" /><Relationship Type="http://schemas.openxmlformats.org/officeDocument/2006/relationships/slideLayout" Target="/ppt/slideLayouts/slideLayout4.xml" Id="R4dde96794af54e1a" /><Relationship Type="http://schemas.openxmlformats.org/officeDocument/2006/relationships/slideLayout" Target="/ppt/slideLayouts/slideLayout5.xml" Id="R7c40c2b3d9a74035" /><Relationship Type="http://schemas.openxmlformats.org/officeDocument/2006/relationships/slideLayout" Target="/ppt/slideLayouts/slideLayout6.xml" Id="R6a3f36ffc9774f0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ce9c9b6ea8f4ec9"/>
    <p:sldLayoutId xmlns:r="http://schemas.openxmlformats.org/officeDocument/2006/relationships" id="2147483650" r:id="R979eb11dec634baa"/>
    <p:sldLayoutId xmlns:r="http://schemas.openxmlformats.org/officeDocument/2006/relationships" id="2147483651" r:id="Ra1621463aa084f5d"/>
    <p:sldLayoutId xmlns:r="http://schemas.openxmlformats.org/officeDocument/2006/relationships" id="2147483652" r:id="R4dde96794af54e1a"/>
    <p:sldLayoutId xmlns:r="http://schemas.openxmlformats.org/officeDocument/2006/relationships" id="2147483653" r:id="R7c40c2b3d9a74035"/>
    <p:sldLayoutId xmlns:r="http://schemas.openxmlformats.org/officeDocument/2006/relationships" id="2147483654" r:id="R6a3f36ffc9774f0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9d8a4c03644f56" /><Relationship Type="http://schemas.openxmlformats.org/officeDocument/2006/relationships/notesSlide" Target="/ppt/notesSlides/notesSlide1.xml" Id="R5edbebe6f6da4d1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95a74e2263413e" /><Relationship Type="http://schemas.openxmlformats.org/officeDocument/2006/relationships/image" Target="/ppt/media/image.png" Id="R4906101952f64b38" /><Relationship Type="http://schemas.openxmlformats.org/officeDocument/2006/relationships/notesSlide" Target="/ppt/notesSlides/notesSlide2.xml" Id="R4ee96e34f42d464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239f00c96140f8" /><Relationship Type="http://schemas.openxmlformats.org/officeDocument/2006/relationships/image" Target="/ppt/media/image2.png" Id="R463b998d2f304d7f" /><Relationship Type="http://schemas.openxmlformats.org/officeDocument/2006/relationships/notesSlide" Target="/ppt/notesSlides/notesSlide3.xml" Id="R06517cebfe3f476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6bc347afad4aae" /><Relationship Type="http://schemas.openxmlformats.org/officeDocument/2006/relationships/image" Target="/ppt/media/image3.png" Id="R697d5f8f3d3f4d12" /><Relationship Type="http://schemas.openxmlformats.org/officeDocument/2006/relationships/notesSlide" Target="/ppt/notesSlides/notesSlide4.xml" Id="R6ec511f957b9468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2eda2953e8426c" /><Relationship Type="http://schemas.openxmlformats.org/officeDocument/2006/relationships/image" Target="/ppt/media/image4.png" Id="R33c18af787f64d86" /><Relationship Type="http://schemas.openxmlformats.org/officeDocument/2006/relationships/notesSlide" Target="/ppt/notesSlides/notesSlide5.xml" Id="R93b585a44b614b5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D8527F-FC05-4F71-8F1C-3A1F407C4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62175"/>
            <a:ext cx="1000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11111"/>
                </a:solidFill>
              </a:defRPr>
            </a:pPr>
            <a:r>
              <a:rPr sz="3600" b="1">
                <a:solidFill>
                  <a:srgbClr val="111111"/>
                </a:solidFill>
              </a:rPr>
              <a:t>Weekly Progress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2B12BD-393A-45F2-BEE9-036CD15B2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765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11111"/>
                </a:solidFill>
              </a:defRPr>
            </a:pPr>
            <a:r>
              <a:rPr sz="2025" b="0">
                <a:solidFill>
                  <a:srgbClr val="111111"/>
                </a:solidFill>
              </a:rPr>
              <a:t>October 22,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B8AD2A-E9A9-40F0-8819-580FA3567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195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11111"/>
                </a:solidFill>
              </a:defRPr>
            </a:pPr>
            <a:r>
              <a:rPr sz="2025" b="0">
                <a:solidFill>
                  <a:srgbClr val="111111"/>
                </a:solidFill>
              </a:rPr>
              <a:t>Yuchao Shen</a:t>
            </a:r>
          </a:p>
        </p:txBody>
      </p:sp>
    </p:spTree>
    <p:extLst>
      <p:ext uri="{BB962C8B-B14F-4D97-AF65-F5344CB8AC3E}">
        <p14:creationId xmlns:p14="http://schemas.microsoft.com/office/powerpoint/2010/main" val="10254038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6E0375-B656-4164-B60B-3F521F836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957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Four virtual finger sensors in Isaac Sim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9DCBC6-6492-4CC0-B263-A4AE82F349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06101952f64b38"/>
          <a:stretch xmlns:a="http://schemas.openxmlformats.org/drawingml/2006/main"/>
        </p:blipFill>
        <p:spPr>
          <a:xfrm xmlns:a="http://schemas.openxmlformats.org/drawingml/2006/main">
            <a:off x="590550" y="1485375"/>
            <a:ext cx="7639050" cy="46302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97A1D2-F3BD-4253-B5D0-3166F70EB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00200"/>
            <a:ext cx="2933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333333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333333"/>
                </a:solidFill>
              </a:defRPr>
            </a:pPr>
            <a:r>
              <a:rPr sz="1500" b="0">
                <a:solidFill>
                  <a:srgbClr val="333333"/>
                </a:solidFill>
              </a:rPr>
              <a:t>Separate sensors attach to the upper and lower fingers on both grippers.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77642F-DE8E-43C4-B56F-12E101690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819400"/>
            <a:ext cx="2933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333333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333333"/>
                </a:solidFill>
              </a:defRPr>
            </a:pPr>
            <a:r>
              <a:rPr sz="1500" b="0">
                <a:solidFill>
                  <a:srgbClr val="333333"/>
                </a:solidFill>
              </a:rPr>
              <a:t>Each finger has a 12 × 32 taxel grid, giving 384 readings per sensor.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1171B1-4657-4CB6-8358-EA328F29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038600"/>
            <a:ext cx="2933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333333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333333"/>
                </a:solidFill>
              </a:defRPr>
            </a:pPr>
            <a:r>
              <a:rPr sz="1500" b="0">
                <a:solidFill>
                  <a:srgbClr val="333333"/>
                </a:solidFill>
              </a:rPr>
              <a:t>Blue placement guides show the sensor surfaces in the robot model.</a:t>
            </a:r>
          </a:p>
        </p:txBody>
      </p:sp>
    </p:spTree>
    <p:extLst>
      <p:ext uri="{BB962C8B-B14F-4D97-AF65-F5344CB8AC3E}">
        <p14:creationId xmlns:p14="http://schemas.microsoft.com/office/powerpoint/2010/main" val="8868030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ABE2D8-EBD4-446E-9472-CAE34499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957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Taxel grid on a moving finger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5C683B-F2B8-4FB5-84B2-5D0EE9EDC3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3b998d2f304d7f"/>
          <a:stretch xmlns:a="http://schemas.openxmlformats.org/drawingml/2006/main"/>
        </p:blipFill>
        <p:spPr>
          <a:xfrm xmlns:a="http://schemas.openxmlformats.org/drawingml/2006/main">
            <a:off x="599177" y="1476375"/>
            <a:ext cx="7621796" cy="46482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D5C825-A0A3-4584-8D7B-B0D212BCC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00200"/>
            <a:ext cx="2933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333333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333333"/>
                </a:solidFill>
              </a:defRPr>
            </a:pPr>
            <a:r>
              <a:rPr sz="1500" b="0">
                <a:solidFill>
                  <a:srgbClr val="333333"/>
                </a:solidFill>
              </a:rPr>
              <a:t>The grid uses 2 mm taxel pitch and follows its finger link.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F3AE09-6E47-4690-88E5-5EA4F9A80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819400"/>
            <a:ext cx="2933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333333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333333"/>
                </a:solidFill>
              </a:defRPr>
            </a:pPr>
            <a:r>
              <a:rPr sz="1500" b="0">
                <a:solidFill>
                  <a:srgbClr val="333333"/>
                </a:solidFill>
              </a:rPr>
              <a:t>The first test queries the opposing finger mesh for each sensor.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2DD6DA-F20D-4875-8CBF-72E8147D0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038600"/>
            <a:ext cx="2933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333333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333333"/>
                </a:solidFill>
              </a:defRPr>
            </a:pPr>
            <a:r>
              <a:rPr sz="1500" b="0">
                <a:solidFill>
                  <a:srgbClr val="333333"/>
                </a:solidFill>
              </a:rPr>
              <a:t>The script updates existing sensors when rerun, without duplicating them.</a:t>
            </a:r>
          </a:p>
        </p:txBody>
      </p:sp>
    </p:spTree>
    <p:extLst>
      <p:ext uri="{BB962C8B-B14F-4D97-AF65-F5344CB8AC3E}">
        <p14:creationId xmlns:p14="http://schemas.microsoft.com/office/powerpoint/2010/main" val="19109544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CB3189-6BA7-42CB-9988-C5662EDDC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957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Four live heatmaps with the grippers open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ADC29D-878B-4846-B445-6A5B9753CB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7d5f8f3d3f4d12"/>
          <a:stretch xmlns:a="http://schemas.openxmlformats.org/drawingml/2006/main"/>
        </p:blipFill>
        <p:spPr>
          <a:xfrm xmlns:a="http://schemas.openxmlformats.org/drawingml/2006/main">
            <a:off x="601061" y="1476375"/>
            <a:ext cx="7618029" cy="46482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EBAD0E-7F19-4586-819E-5531DB0E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00200"/>
            <a:ext cx="2933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333333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333333"/>
                </a:solidFill>
              </a:defRPr>
            </a:pPr>
            <a:r>
              <a:rPr sz="1500" b="0">
                <a:solidFill>
                  <a:srgbClr val="333333"/>
                </a:solidFill>
              </a:rPr>
              <a:t>Isaac Sim shows a live 2 × 2 heatmap and a numeric summary for each finger.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136053-AE18-4C3B-B99C-B1110813E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819400"/>
            <a:ext cx="2933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333333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333333"/>
                </a:solidFill>
              </a:defRPr>
            </a:pPr>
            <a:r>
              <a:rPr sz="1500" b="0">
                <a:solidFill>
                  <a:srgbClr val="333333"/>
                </a:solidFill>
              </a:rPr>
              <a:t>In this open frame, all four patches read 0 active taxels out of 384.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E2B17B-A33A-41A7-9402-E4C5F3B16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038600"/>
            <a:ext cx="2933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333333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333333"/>
                </a:solidFill>
              </a:defRPr>
            </a:pPr>
            <a:r>
              <a:rPr sz="1500" b="0">
                <a:solidFill>
                  <a:srgbClr val="333333"/>
                </a:solidFill>
              </a:rPr>
              <a:t>The demo holds the initial pose, opens the grippers, then closes them.</a:t>
            </a:r>
          </a:p>
        </p:txBody>
      </p:sp>
    </p:spTree>
    <p:extLst>
      <p:ext uri="{BB962C8B-B14F-4D97-AF65-F5344CB8AC3E}">
        <p14:creationId xmlns:p14="http://schemas.microsoft.com/office/powerpoint/2010/main" val="19698199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3CDCBE-0628-4B34-B262-6B04C1B7B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957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Heatmaps respond when the grippers close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3502F5-68EE-4A86-97A7-DEABEDE5B1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c18af787f64d86"/>
          <a:stretch xmlns:a="http://schemas.openxmlformats.org/drawingml/2006/main"/>
        </p:blipFill>
        <p:spPr>
          <a:xfrm xmlns:a="http://schemas.openxmlformats.org/drawingml/2006/main">
            <a:off x="752230" y="1476375"/>
            <a:ext cx="7315690" cy="46482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47B5E1-A12D-4C8F-B21D-725097DE6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00200"/>
            <a:ext cx="2933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333333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333333"/>
                </a:solidFill>
              </a:defRPr>
            </a:pPr>
            <a:r>
              <a:rPr sz="1500" b="0">
                <a:solidFill>
                  <a:srgbClr val="333333"/>
                </a:solidFill>
              </a:rPr>
              <a:t>All four panels respond in the closed frame; each shows 384 active taxels.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FE70A0-33E9-4CEE-A91F-DA1ED7253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819400"/>
            <a:ext cx="2933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333333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333333"/>
                </a:solidFill>
              </a:defRPr>
            </a:pPr>
            <a:r>
              <a:rPr sz="1500" b="0">
                <a:solidFill>
                  <a:srgbClr val="333333"/>
                </a:solidFill>
              </a:rPr>
              <a:t>The displayed maxima are 1.000 and 1.000 on the left, 0.666 and 0.561 on the right.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01244B-B837-4FE6-A05A-EF851FF4F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038600"/>
            <a:ext cx="2933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333333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333333"/>
                </a:solidFill>
              </a:defRPr>
            </a:pPr>
            <a:r>
              <a:rPr sz="1500" b="0">
                <a:solidFill>
                  <a:srgbClr val="333333"/>
                </a:solidFill>
              </a:rPr>
              <a:t>These are normalized SDF proximity values, not calibrated pressure or force.</a:t>
            </a:r>
          </a:p>
        </p:txBody>
      </p:sp>
    </p:spTree>
    <p:extLst>
      <p:ext uri="{BB962C8B-B14F-4D97-AF65-F5344CB8AC3E}">
        <p14:creationId xmlns:p14="http://schemas.microsoft.com/office/powerpoint/2010/main" val="17510909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2026-10-22T05:07:15.1130000Z</dcterms:created>
  <dcterms:modified xsi:type="dcterms:W3CDTF">2026-10-22T05:07:15.1130000Z</dcterms:modified>
</coreProperties>
</file>